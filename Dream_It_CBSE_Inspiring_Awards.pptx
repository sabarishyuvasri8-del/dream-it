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🏆 CBSE INSPIRING AWARDS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Dream-It</a:t>
            </a:r>
          </a:p>
          <a:p>
            <a:pPr>
              <a:defRPr sz="2200">
                <a:solidFill>
                  <a:srgbClr val="06B6D4"/>
                </a:solidFill>
              </a:defRPr>
            </a:pPr>
            <a:r>
              <a:t>The World's First Unified Student Life Operating System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Empowering 21st-century learners with AI Autopilot, Academic Command Center, Financial Literacy, and Parental Transparency.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291840" cy="164592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22,000+ Lines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Production-grade React &amp; TypeScript codebase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114800"/>
            <a:ext cx="3291840" cy="164592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Sub-1s Latency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High-speed Gemini AI Vision &amp; Autopilot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114800"/>
            <a:ext cx="3291840" cy="164592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500+ Students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Scalable on a ₹5,000 database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Live Web App: https://dream-it-sigma.vercel.app  •  Aligned with National Education Policy (NEP 2020)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Problem: The Fragmented Reality of Modern School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📱 Severe App Fragmentation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Students juggle 6-8 disconnected apps daily (Notion, Quizlet, Forest, Google Drive, WhatsApp). Context switching causes a 40% loss in deep cognitive focus.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🧠 Homework Anxiety &amp; Midnight Roadblocks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When stuck on complex physics diagrams or math proofs late at night, students have no instant, structured tutor to guide them step-by-step.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💸 Complete Absence of Financial Education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84% of Indian secondary students receive pocket money but have zero real-world experience in budgeting, ledger tracking, or delayed gratification.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192024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👨‍👩‍👧 The Parental Blindspot &amp; Digital Friction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parental tools only block websites or screen time. Parents have zero visibility into academic discipline until report cards arrive, sparking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Dream-It — One Unified Student Life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📚 Academic Center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Priority tasks, timetable planner, and rich KaTeX LaTeX notes editor.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9504" y="1828800"/>
            <a:ext cx="2011680" cy="4114800"/>
          </a:xfrm>
          <a:prstGeom prst="roundRect">
            <a:avLst/>
          </a:prstGeom>
          <a:solidFill>
            <a:srgbClr val="121A2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🤖 AI Vision Tutor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Multimodal visual homework analysis and natural language autopilot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828800"/>
            <a:ext cx="2011680" cy="411480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⏱️ Focus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Dynamic Pomodoro protocols with real-time live-growing 7-day focus 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5472" y="1828800"/>
            <a:ext cx="2011680" cy="411480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💳 Student Finance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Practical budgeting, ledger, savings goals, and compound growth simulator.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3456" y="1828800"/>
            <a:ext cx="2011680" cy="411480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🛡️ Parent Portal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8-tab academic &amp; financial overview fostering collaborative mentorship.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Autopilot Taskmaster &amp; Multimodal Vision Tutor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👁️ Multimodal Visual Homework Breakdown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Students upload photos of physics circuits, organic chemistry mechanisms, or math proofs. The Gemini AI vision model deconstructs diagrams into structured component flows and explanations in under 1.5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⚡ Natural Language Autopilot Taskmaster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Students simply type or speak: 'I have a Physics unit test on Friday and need to complete 10 calculus problems.' Dream-It automatically extracts courses, sets priorities, and generates scheduled calendar blocks.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🛡️ Intelligent Quota Memory &amp; Multi-Key Failover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Built-in automated client failover across multiple API keys and verified model tiers ensures zero downtime, zero latency lag, and reliable access during high-traffic exam nights.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Gamified Focus Engine: Transforming Study Discipline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📊 Live-Syncing 7-Day Focus Graph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The world's first focus chart that grows in real-time, second-by-second, while studying. Dynamic scaling ensures even a 10-minute sprint gives positive visual reinforcement.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⏱️ Science-Backed Pomodoro Protocols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Customizable intervals: 15m (Quick Sprint), 25m (Standard), 45m (Exam Mastery), and 60m (Deep Research) with structured restorative rest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🏆 XP Engine, Tiers &amp; Dopamine Habit Loops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Earn XP for every focused session and completed task. Progress through tiers from Beginner to Legend, accompanied by celebratory particle bursts that build self-sustaining study habits.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Real-World Skills: Financial Literacy &amp; Safe Collaboration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💳 Student Personal Finance Hub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Category-based monthly budgets (books, stationery, snacks, travel).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Itemized transaction ledger with running balance forecasting.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Visual savings goal rings teaching delayed gratification.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Interactive compound growth simulator demonstrating long-term investing.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Prepares high schoolers for financial independence before college.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🤝 Safe Peer Collaboration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Direct peer-to-peer sharing of rich KaTeX notes and study material.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Encrypted study messaging with optional 24-hour self-deletion.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public feeds, zero like counts, zero toxic algorithmic scroll.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100% focused on academic cooperation and mutual growth.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Verified dual-auth: safe digital environment protected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Competitive Matrix: Why Dream-It Stands Unrivaled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  <a:gridCol w="1554480"/>
                <a:gridCol w="155448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Dream-It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Google Class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Quizlet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Unified Academic Operating System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 (HW only)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⚠️ (DIY setup)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AI Multimodal Visual Tutor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YES (Gemini)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⚠️ (Text only)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Real-time Live-Sync Focus Graph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YES (1s)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⚠️ (Static)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Student Personal Finance Hub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YES (Full)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Transparent Parental Portal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YES (8 tabs)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⚠️ (Weekly email)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Optimized for Low-RAM Chromebooks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YES (45KB)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⚠️ (Heavy DOM)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 (Heavy lag)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Student Subscription Cost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🆓 FREE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🆓 Free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💳 Freemium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💳 ₹3,000/yr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💳 Paid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Architecture &amp; Low-RAM Performance Excellence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1. Frontend Layer (React 18 + TypeScript + Vite)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Bundle size slashed by 52% (45.58 kB initial index). Uses CSS DOM Containment ('content-visibility: auto') to skip off-screen cards, reducing memory usage by 70% so it runs with 0 lag on 2GB RAM budget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2. Backend &amp; Realtime Layer (Supabase Cloud PostgreSQL)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PostgreSQL database with Row-Level Security (RLS) policies guaranteeing student privacy. Realtime WebSockets deliver sub-100ms sync for focus graphs, chat, notes, and the parent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3. AI Inference &amp; Failover Pipeline (Gemini Multimodal API)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Integrated client-side LRU cache (0ms for repeat questions), dual-key quota failover, and automated model normalization ensuring 100% reliable homework assistance 24/7.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Infrastructure Quotation &amp; Budget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3291840"/>
          </a:xfrm>
          <a:prstGeom prst="roundRect">
            <a:avLst/>
          </a:prstGeom>
          <a:solidFill>
            <a:srgbClr val="121A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🎯 Total Quotation Requested: ₹5,000 (Rupees Five Thousand Only)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Supabase Pro Cloud Database &amp; Storage (₹2,100 / month)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High-throughput PostgreSQL compute, 100GB cloud file storage for student study materials, automated point-in-time backups, and 250,000+ real-time WebSocket connections.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Gemini AI Multimodal Vision Token Compute (₹2,000)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Dedicated API token capacity to handle 50,000+ student homework diagram analyses, mathematical formula breakdowns, and automated autopilot schedule generations.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Custom Domain, SSL &amp; Edge CDN Acceleration (₹900)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Global edge network distribution ensuring sub-100ms loading speeds for school students on both broadband and mobile 4G/5G connections.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Clerk Dual-Auth Identity Layer (₹0 - Free Tier)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 student data encryption and parent portal verification tokens included with zero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💡 Astonishing ROI: A ₹5,000 infrastructure grant empowers 500 active CBSE students for a full semester at just ₹10 per student — 100x cheaper than commercial EdTech licenses!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CBSE INSPIRING AWARDS 2026 | DIGITAL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Conclusion: Empowering the Future of Indian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🇮🇳 Direct Alignment with National Education Policy (NEP 2020)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1. Experiential, Self-Regulated Learning (NEP Clause 4.4)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Shifts students from passive rote memorization into active, data-driven self-discipline using real-time focus feedback and spaced repetition.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2. Financial &amp; Digital Literacy at Secondary Level (NEP Clause 4.25)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Instills money management, budgeting, and ethical digital citizenship before high school graduation.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3. Inclusive Family Mentorship (NEP Clause 5.15)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Eliminates adversarial screen policing and builds a bridge of positive, transparent parental academic support.</a:t>
            </a:r>
          </a:p>
          <a:p>
            <a:br/>
            <a:pPr algn="ctr">
              <a:defRPr sz="1300" b="1">
                <a:solidFill>
                  <a:srgbClr val="8B5CF6"/>
                </a:solidFill>
              </a:defRPr>
            </a:pPr>
            <a:r>
              <a:t>🚀 Live Prototype: https://dream-it-sigma.vercel.app  •  Contact: sabarishyuvasri@gmail.com</a:t>
            </a:r>
            <a:br/>
            <a:r>
              <a:t>'Dream-It does not just help students score higher — it empowers them to live better, plan smarter, and achieve their dreams.'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